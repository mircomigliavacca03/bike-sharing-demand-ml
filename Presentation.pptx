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8" r:id="rId2"/>
    <p:sldId id="256" r:id="rId3"/>
    <p:sldId id="257" r:id="rId4"/>
    <p:sldId id="258" r:id="rId5"/>
    <p:sldId id="259" r:id="rId6"/>
    <p:sldId id="269" r:id="rId7"/>
    <p:sldId id="270" r:id="rId8"/>
    <p:sldId id="278" r:id="rId9"/>
    <p:sldId id="279" r:id="rId10"/>
    <p:sldId id="271" r:id="rId11"/>
    <p:sldId id="272" r:id="rId12"/>
    <p:sldId id="273" r:id="rId13"/>
    <p:sldId id="274" r:id="rId14"/>
    <p:sldId id="275" r:id="rId15"/>
    <p:sldId id="277" r:id="rId16"/>
    <p:sldId id="276" r:id="rId17"/>
    <p:sldId id="260" r:id="rId18"/>
    <p:sldId id="264" r:id="rId19"/>
    <p:sldId id="261" r:id="rId20"/>
    <p:sldId id="262" r:id="rId21"/>
    <p:sldId id="263" r:id="rId22"/>
    <p:sldId id="267" r:id="rId23"/>
    <p:sldId id="266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C0E8AF-FB8E-433C-B22D-74A84B929D37}" v="7" dt="2026-04-28T13:47:02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5" d="100"/>
          <a:sy n="35" d="100"/>
        </p:scale>
        <p:origin x="10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co Migliavacca" userId="6f57e430827d14c2" providerId="LiveId" clId="{A1CF5787-9C51-4679-8C6A-16D6E75D4A4D}"/>
    <pc:docChg chg="undo custSel addSld modSld sldOrd">
      <pc:chgData name="Mirco Migliavacca" userId="6f57e430827d14c2" providerId="LiveId" clId="{A1CF5787-9C51-4679-8C6A-16D6E75D4A4D}" dt="2026-04-28T13:47:03.649" v="69" actId="478"/>
      <pc:docMkLst>
        <pc:docMk/>
      </pc:docMkLst>
      <pc:sldChg chg="addSp delSp modSp new mod ord">
        <pc:chgData name="Mirco Migliavacca" userId="6f57e430827d14c2" providerId="LiveId" clId="{A1CF5787-9C51-4679-8C6A-16D6E75D4A4D}" dt="2026-04-20T18:10:51.392" v="16" actId="22"/>
        <pc:sldMkLst>
          <pc:docMk/>
          <pc:sldMk cId="1015951952" sldId="268"/>
        </pc:sldMkLst>
      </pc:sldChg>
      <pc:sldChg chg="addSp new mod">
        <pc:chgData name="Mirco Migliavacca" userId="6f57e430827d14c2" providerId="LiveId" clId="{A1CF5787-9C51-4679-8C6A-16D6E75D4A4D}" dt="2026-04-21T08:46:07.089" v="18" actId="22"/>
        <pc:sldMkLst>
          <pc:docMk/>
          <pc:sldMk cId="3514053398" sldId="269"/>
        </pc:sldMkLst>
        <pc:picChg chg="add">
          <ac:chgData name="Mirco Migliavacca" userId="6f57e430827d14c2" providerId="LiveId" clId="{A1CF5787-9C51-4679-8C6A-16D6E75D4A4D}" dt="2026-04-21T08:46:07.089" v="18" actId="22"/>
          <ac:picMkLst>
            <pc:docMk/>
            <pc:sldMk cId="3514053398" sldId="269"/>
            <ac:picMk id="3" creationId="{2E4C9D14-729F-2145-6CED-EEFAB6473B66}"/>
          </ac:picMkLst>
        </pc:picChg>
      </pc:sldChg>
      <pc:sldChg chg="addSp delSp modSp new mod setBg">
        <pc:chgData name="Mirco Migliavacca" userId="6f57e430827d14c2" providerId="LiveId" clId="{A1CF5787-9C51-4679-8C6A-16D6E75D4A4D}" dt="2026-04-21T08:47:19.704" v="26" actId="22"/>
        <pc:sldMkLst>
          <pc:docMk/>
          <pc:sldMk cId="2349772701" sldId="270"/>
        </pc:sldMkLst>
        <pc:picChg chg="add">
          <ac:chgData name="Mirco Migliavacca" userId="6f57e430827d14c2" providerId="LiveId" clId="{A1CF5787-9C51-4679-8C6A-16D6E75D4A4D}" dt="2026-04-21T08:47:19.704" v="26" actId="22"/>
          <ac:picMkLst>
            <pc:docMk/>
            <pc:sldMk cId="2349772701" sldId="270"/>
            <ac:picMk id="6" creationId="{0102594B-ABC0-A0D3-BDE3-CD0547F388AD}"/>
          </ac:picMkLst>
        </pc:picChg>
      </pc:sldChg>
      <pc:sldChg chg="addSp new mod">
        <pc:chgData name="Mirco Migliavacca" userId="6f57e430827d14c2" providerId="LiveId" clId="{A1CF5787-9C51-4679-8C6A-16D6E75D4A4D}" dt="2026-04-21T08:48:33.168" v="28" actId="22"/>
        <pc:sldMkLst>
          <pc:docMk/>
          <pc:sldMk cId="2331660512" sldId="271"/>
        </pc:sldMkLst>
        <pc:picChg chg="add">
          <ac:chgData name="Mirco Migliavacca" userId="6f57e430827d14c2" providerId="LiveId" clId="{A1CF5787-9C51-4679-8C6A-16D6E75D4A4D}" dt="2026-04-21T08:48:33.168" v="28" actId="22"/>
          <ac:picMkLst>
            <pc:docMk/>
            <pc:sldMk cId="2331660512" sldId="271"/>
            <ac:picMk id="3" creationId="{00896787-9374-D68C-7FE4-793D1D46836A}"/>
          </ac:picMkLst>
        </pc:picChg>
      </pc:sldChg>
      <pc:sldChg chg="addSp delSp modSp new mod setBg">
        <pc:chgData name="Mirco Migliavacca" userId="6f57e430827d14c2" providerId="LiveId" clId="{A1CF5787-9C51-4679-8C6A-16D6E75D4A4D}" dt="2026-04-21T09:02:02.144" v="50" actId="22"/>
        <pc:sldMkLst>
          <pc:docMk/>
          <pc:sldMk cId="1228481423" sldId="272"/>
        </pc:sldMkLst>
        <pc:picChg chg="add mod">
          <ac:chgData name="Mirco Migliavacca" userId="6f57e430827d14c2" providerId="LiveId" clId="{A1CF5787-9C51-4679-8C6A-16D6E75D4A4D}" dt="2026-04-21T09:01:58.563" v="49" actId="26606"/>
          <ac:picMkLst>
            <pc:docMk/>
            <pc:sldMk cId="1228481423" sldId="272"/>
            <ac:picMk id="3" creationId="{7E445E19-0157-3171-CCFC-277B6DD1F005}"/>
          </ac:picMkLst>
        </pc:picChg>
      </pc:sldChg>
      <pc:sldChg chg="addSp delSp modSp new mod">
        <pc:chgData name="Mirco Migliavacca" userId="6f57e430827d14c2" providerId="LiveId" clId="{A1CF5787-9C51-4679-8C6A-16D6E75D4A4D}" dt="2026-04-21T08:50:10.078" v="40" actId="22"/>
        <pc:sldMkLst>
          <pc:docMk/>
          <pc:sldMk cId="1995070795" sldId="273"/>
        </pc:sldMkLst>
        <pc:picChg chg="add">
          <ac:chgData name="Mirco Migliavacca" userId="6f57e430827d14c2" providerId="LiveId" clId="{A1CF5787-9C51-4679-8C6A-16D6E75D4A4D}" dt="2026-04-21T08:50:10.078" v="40" actId="22"/>
          <ac:picMkLst>
            <pc:docMk/>
            <pc:sldMk cId="1995070795" sldId="273"/>
            <ac:picMk id="6" creationId="{555201B5-99F5-152F-0E0F-6005AA5B0C9B}"/>
          </ac:picMkLst>
        </pc:picChg>
      </pc:sldChg>
      <pc:sldChg chg="addSp modSp new mod setBg">
        <pc:chgData name="Mirco Migliavacca" userId="6f57e430827d14c2" providerId="LiveId" clId="{A1CF5787-9C51-4679-8C6A-16D6E75D4A4D}" dt="2026-04-22T09:27:28.447" v="56" actId="26606"/>
        <pc:sldMkLst>
          <pc:docMk/>
          <pc:sldMk cId="1747712924" sldId="274"/>
        </pc:sldMkLst>
        <pc:picChg chg="add mod ord">
          <ac:chgData name="Mirco Migliavacca" userId="6f57e430827d14c2" providerId="LiveId" clId="{A1CF5787-9C51-4679-8C6A-16D6E75D4A4D}" dt="2026-04-22T09:27:28.447" v="56" actId="26606"/>
          <ac:picMkLst>
            <pc:docMk/>
            <pc:sldMk cId="1747712924" sldId="274"/>
            <ac:picMk id="3" creationId="{14263935-8C21-DD51-EC5D-6E3BB18DF481}"/>
          </ac:picMkLst>
        </pc:picChg>
        <pc:picChg chg="add mod">
          <ac:chgData name="Mirco Migliavacca" userId="6f57e430827d14c2" providerId="LiveId" clId="{A1CF5787-9C51-4679-8C6A-16D6E75D4A4D}" dt="2026-04-22T09:27:28.447" v="56" actId="26606"/>
          <ac:picMkLst>
            <pc:docMk/>
            <pc:sldMk cId="1747712924" sldId="274"/>
            <ac:picMk id="4" creationId="{65C5C01D-DA1D-B6BC-4B32-2C0886C4AF37}"/>
          </ac:picMkLst>
        </pc:picChg>
      </pc:sldChg>
      <pc:sldChg chg="addSp delSp modSp new mod setBg">
        <pc:chgData name="Mirco Migliavacca" userId="6f57e430827d14c2" providerId="LiveId" clId="{A1CF5787-9C51-4679-8C6A-16D6E75D4A4D}" dt="2026-04-28T13:47:03.649" v="69" actId="478"/>
        <pc:sldMkLst>
          <pc:docMk/>
          <pc:sldMk cId="1454294923" sldId="275"/>
        </pc:sldMkLst>
        <pc:picChg chg="add del mod">
          <ac:chgData name="Mirco Migliavacca" userId="6f57e430827d14c2" providerId="LiveId" clId="{A1CF5787-9C51-4679-8C6A-16D6E75D4A4D}" dt="2026-04-28T13:47:03.649" v="69" actId="478"/>
          <ac:picMkLst>
            <pc:docMk/>
            <pc:sldMk cId="1454294923" sldId="275"/>
            <ac:picMk id="2" creationId="{89EDB951-01B2-5C68-4C76-78CFECE59A7F}"/>
          </ac:picMkLst>
        </pc:picChg>
        <pc:picChg chg="add mod ord">
          <ac:chgData name="Mirco Migliavacca" userId="6f57e430827d14c2" providerId="LiveId" clId="{A1CF5787-9C51-4679-8C6A-16D6E75D4A4D}" dt="2026-04-22T08:53:24.681" v="52" actId="26606"/>
          <ac:picMkLst>
            <pc:docMk/>
            <pc:sldMk cId="1454294923" sldId="275"/>
            <ac:picMk id="3" creationId="{4C074FD0-AF75-2B7E-F496-CC665CB006F7}"/>
          </ac:picMkLst>
        </pc:picChg>
        <pc:picChg chg="add mod">
          <ac:chgData name="Mirco Migliavacca" userId="6f57e430827d14c2" providerId="LiveId" clId="{A1CF5787-9C51-4679-8C6A-16D6E75D4A4D}" dt="2026-04-22T08:53:24.681" v="52" actId="26606"/>
          <ac:picMkLst>
            <pc:docMk/>
            <pc:sldMk cId="1454294923" sldId="275"/>
            <ac:picMk id="4" creationId="{1366B367-4114-6864-55E1-1F2A71981C0F}"/>
          </ac:picMkLst>
        </pc:picChg>
      </pc:sldChg>
      <pc:sldChg chg="addSp delSp modSp new mod setBg">
        <pc:chgData name="Mirco Migliavacca" userId="6f57e430827d14c2" providerId="LiveId" clId="{A1CF5787-9C51-4679-8C6A-16D6E75D4A4D}" dt="2026-04-23T16:44:35.289" v="67" actId="26606"/>
        <pc:sldMkLst>
          <pc:docMk/>
          <pc:sldMk cId="2531102318" sldId="276"/>
        </pc:sldMkLst>
        <pc:spChg chg="add or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2" creationId="{29B8A617-2803-2C3B-A4D7-C3678C6EA3D9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12" creationId="{83C98ABE-055B-441F-B07E-44F97F083C39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13" creationId="{F3060C83-F051-4F0E-ABAD-AA0DFC48B218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14" creationId="{29FDB030-9B49-4CED-8CCD-4D99382388AC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16" creationId="{3783CA14-24A1-485C-8B30-D6A5D87987AD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18" creationId="{9A97C86A-04D6-40F7-AE84-31AB43E6A846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20" creationId="{FF9F2414-84E8-453E-B1F3-389FDE8192D9}"/>
          </ac:spMkLst>
        </pc:spChg>
        <pc:spChg chg="add">
          <ac:chgData name="Mirco Migliavacca" userId="6f57e430827d14c2" providerId="LiveId" clId="{A1CF5787-9C51-4679-8C6A-16D6E75D4A4D}" dt="2026-04-23T16:44:35.289" v="67" actId="26606"/>
          <ac:spMkLst>
            <pc:docMk/>
            <pc:sldMk cId="2531102318" sldId="276"/>
            <ac:spMk id="22" creationId="{3ECA69A1-7536-43AC-85EF-C7106179F5ED}"/>
          </ac:spMkLst>
        </pc:spChg>
        <pc:picChg chg="add mod">
          <ac:chgData name="Mirco Migliavacca" userId="6f57e430827d14c2" providerId="LiveId" clId="{A1CF5787-9C51-4679-8C6A-16D6E75D4A4D}" dt="2026-04-23T16:44:35.289" v="67" actId="26606"/>
          <ac:picMkLst>
            <pc:docMk/>
            <pc:sldMk cId="2531102318" sldId="276"/>
            <ac:picMk id="5" creationId="{BADE5B0E-FC84-B1C8-BC3F-570CDCEA026B}"/>
          </ac:picMkLst>
        </pc:picChg>
      </pc:sldChg>
      <pc:sldChg chg="addSp new mod">
        <pc:chgData name="Mirco Migliavacca" userId="6f57e430827d14c2" providerId="LiveId" clId="{A1CF5787-9C51-4679-8C6A-16D6E75D4A4D}" dt="2026-04-22T09:22:41.121" v="54" actId="22"/>
        <pc:sldMkLst>
          <pc:docMk/>
          <pc:sldMk cId="237070411" sldId="277"/>
        </pc:sldMkLst>
        <pc:spChg chg="add">
          <ac:chgData name="Mirco Migliavacca" userId="6f57e430827d14c2" providerId="LiveId" clId="{A1CF5787-9C51-4679-8C6A-16D6E75D4A4D}" dt="2026-04-22T09:22:41.121" v="54" actId="22"/>
          <ac:spMkLst>
            <pc:docMk/>
            <pc:sldMk cId="237070411" sldId="277"/>
            <ac:spMk id="3" creationId="{389FFB9A-7D87-09C3-12CA-2F24C8BD98BC}"/>
          </ac:spMkLst>
        </pc:spChg>
      </pc:sldChg>
      <pc:sldChg chg="addSp new mod">
        <pc:chgData name="Mirco Migliavacca" userId="6f57e430827d14c2" providerId="LiveId" clId="{A1CF5787-9C51-4679-8C6A-16D6E75D4A4D}" dt="2026-04-23T08:56:54.602" v="58" actId="22"/>
        <pc:sldMkLst>
          <pc:docMk/>
          <pc:sldMk cId="25546774" sldId="278"/>
        </pc:sldMkLst>
        <pc:picChg chg="add">
          <ac:chgData name="Mirco Migliavacca" userId="6f57e430827d14c2" providerId="LiveId" clId="{A1CF5787-9C51-4679-8C6A-16D6E75D4A4D}" dt="2026-04-23T08:56:54.602" v="58" actId="22"/>
          <ac:picMkLst>
            <pc:docMk/>
            <pc:sldMk cId="25546774" sldId="278"/>
            <ac:picMk id="3" creationId="{20F061F6-D2B4-081B-C33B-C40CAF410F37}"/>
          </ac:picMkLst>
        </pc:picChg>
      </pc:sldChg>
      <pc:sldChg chg="addSp new mod">
        <pc:chgData name="Mirco Migliavacca" userId="6f57e430827d14c2" providerId="LiveId" clId="{A1CF5787-9C51-4679-8C6A-16D6E75D4A4D}" dt="2026-04-23T09:35:06.169" v="61" actId="22"/>
        <pc:sldMkLst>
          <pc:docMk/>
          <pc:sldMk cId="2093524243" sldId="279"/>
        </pc:sldMkLst>
        <pc:spChg chg="add">
          <ac:chgData name="Mirco Migliavacca" userId="6f57e430827d14c2" providerId="LiveId" clId="{A1CF5787-9C51-4679-8C6A-16D6E75D4A4D}" dt="2026-04-23T09:35:03.245" v="60"/>
          <ac:spMkLst>
            <pc:docMk/>
            <pc:sldMk cId="2093524243" sldId="279"/>
            <ac:spMk id="2" creationId="{F0CC8CF4-E654-21F4-0B3F-08DA9367A967}"/>
          </ac:spMkLst>
        </pc:spChg>
        <pc:picChg chg="add">
          <ac:chgData name="Mirco Migliavacca" userId="6f57e430827d14c2" providerId="LiveId" clId="{A1CF5787-9C51-4679-8C6A-16D6E75D4A4D}" dt="2026-04-23T09:35:06.169" v="61" actId="22"/>
          <ac:picMkLst>
            <pc:docMk/>
            <pc:sldMk cId="2093524243" sldId="279"/>
            <ac:picMk id="4" creationId="{9D12C18B-F073-5055-1B72-D5B863B3E5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7D325-1766-4890-BDD0-395AA1AC5828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71711-C4A5-4F13-B0DC-4FB66B407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946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71711-C4A5-4F13-B0DC-4FB66B40785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47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71711-C4A5-4F13-B0DC-4FB66B40785F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49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E631-A47B-5681-4FFA-552CC5D6C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DF258-1AC6-C6D8-0BC1-14B9C9CF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BCA0E-3854-BE73-85EA-3A8BF16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3B56-28DD-D9C2-17AA-BE05FCD8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77DBB-C319-1C29-134C-6DC8A9AB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05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4FDC-C937-B20D-C519-61D93C78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A0F52-D2FA-200D-A76C-6BFD9D38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B8CAB-9F2E-A7B7-BDFE-45BF521F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AD6CA-FC12-EA76-413A-EAE99198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DA25-5124-1D6D-391F-F81604F8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68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58ED-1435-7E8D-31A6-DB37C75B3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3409D-D06F-6B8A-8D0E-DB2E15B67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4E5D2-F5D6-1826-B758-BF6D3D626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9E910-3013-093E-2496-E4B6D86A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3752-C8A9-3E26-2E02-EB696D38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98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29D6-86A8-2F28-7172-7ABCC14F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0F2F2-854B-A421-B410-E525B38AB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C07CA-7F5B-A3DD-850F-05E8C0A4D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8C5C8-6C73-32DE-69C8-285FB5D7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A93DB-D945-3C2A-4D69-6470DBD9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3D3EA-108E-69DB-78FA-1943566E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5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5C32-692D-F857-F1C6-E83B7C0A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F67B8-13B8-9E6A-8192-485975317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CD0A0-E2F7-6120-6633-AB29E1759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248B8-94DD-BBDC-D103-DECF5DC5C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0EDB6-5CC0-AEAC-D927-DA284B6F0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C6CEB-93CC-59C2-0E42-6FF39789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9164E-DC38-0286-DC9C-A8D95C22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B1377-0F5C-D107-7C4C-0B23ADF3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99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C646-02EE-86D7-AA2D-66FE38AA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00126-F217-8DC5-A938-D540E594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5A470-2904-56E7-4BDB-E704AE45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2017C-C6FC-3D18-8FE4-3D1092E2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71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2D018-4307-6B4C-948A-1DE55D67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B28B1-68BA-EF63-274F-35E38C17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9D773-FB63-2333-6D83-778345A1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8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7582-8141-D0E4-A536-F43C18FE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3027-D551-1F93-271D-4A272EE5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E318C-59F6-26CB-C5F2-BD174FD78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D866A-39AC-818B-A8A2-41C0F2E3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358ED-85C1-9EB6-F53A-A1B2E3E5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24957-7A45-F260-395E-B465F9C5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25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15B2-3C3D-8CF2-CB93-03219F8A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84F39-7CEA-BF83-7859-01DCDF736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0B617-7F2E-5E2B-226F-07A341277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12744-C551-587C-FA3A-8A220B14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FDD1A-8031-ED5D-7445-E9147657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608F0-ECCF-6687-4466-380064A6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72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3816-4F70-A2AD-C81B-1C9CD97D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83740-68B7-1982-B45A-EF96B772A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C1CA-B16D-A6D8-1D1C-E98C835E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0D391-E018-4947-7BA1-A4537D07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7ECA3-83F9-4B9C-AAEE-2213880C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08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C758C-0198-CB84-3DC6-4159BDD52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1A8C6-7E3E-B86D-733E-BD272B193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236DC-AB86-2478-598F-9319301B5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7367D-1AFF-386E-1CA6-7176E0EA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3878B-42C9-90C7-D6B1-4B94C16F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65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85AD5-D261-2BD7-3D48-8027B66D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7C26B-B1B2-DAD2-DE42-067022D3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44470-D67F-D220-B555-1BA11B21B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218D1-4A9A-4C3C-9299-6EA7043634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C0F7-3A09-0CBF-1654-281E24EF2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D9D1E-B184-1712-227F-70469F9E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BCA29-A479-4630-B679-FE7D8A571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41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951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7D6241-8918-F0A9-B83D-CC8EED66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53949"/>
            <a:ext cx="5291666" cy="29501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C8C533-4832-0C72-344E-D53A814C3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026708"/>
            <a:ext cx="5291667" cy="28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5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0F40E-6CD6-E5A8-1287-B2D789F25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" y="210327"/>
            <a:ext cx="6085115" cy="3218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923D61-557A-3ED6-288E-0A2484000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626" y="414338"/>
            <a:ext cx="5145819" cy="3014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1E2B9D-4E6E-E29A-1EF0-F9407BD34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97" y="3550560"/>
            <a:ext cx="5509532" cy="3227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B7A6BC-43A1-9AB6-B196-AB626D3F0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686" y="3797507"/>
            <a:ext cx="5399314" cy="285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33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46A306-06A3-AD69-1636-A310218B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32" y="321734"/>
            <a:ext cx="4966103" cy="29051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AD5A6-48A8-39B0-217D-53E9FDB87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280" y="321734"/>
            <a:ext cx="4966103" cy="29051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D31547-21A1-5F83-F96E-935313576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30" y="3631096"/>
            <a:ext cx="4718906" cy="2760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CFD834-C7B9-6C9E-2C82-3D460A4D4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878" y="3631096"/>
            <a:ext cx="4718906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9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982A4-067E-A0A7-B773-36F1C6B92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81188"/>
            <a:ext cx="5291666" cy="3095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11738-51FF-011F-D3D1-94F796D5E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881188"/>
            <a:ext cx="5291667" cy="309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8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C9D14-729F-2145-6CED-EEFAB647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69"/>
            <a:ext cx="12192000" cy="64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5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02594B-ABC0-A0D3-BDE3-CD0547F3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226"/>
            <a:ext cx="12192000" cy="607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72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061F6-D2B4-081B-C33B-C40CAF410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69"/>
            <a:ext cx="12192000" cy="64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0CC8CF4-E654-21F4-0B3F-08DA9367A9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2C18B-F073-5055-1B72-D5B863B3E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69"/>
            <a:ext cx="12192000" cy="64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24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96787-9374-D68C-7FE4-793D1D46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226"/>
            <a:ext cx="12192000" cy="607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6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45E19-0157-3171-CCFC-277B6DD1F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226"/>
            <a:ext cx="12192000" cy="607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8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5201B5-99F5-152F-0E0F-6005AA5B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226"/>
            <a:ext cx="12192000" cy="607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70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C5C01D-DA1D-B6BC-4B32-2C0886C4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81188"/>
            <a:ext cx="5291666" cy="3095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263935-8C21-DD51-EC5D-6E3BB18DF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112698"/>
            <a:ext cx="5291667" cy="26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12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6B367-4114-6864-55E1-1F2A71981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81188"/>
            <a:ext cx="5291666" cy="3095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074FD0-AF75-2B7E-F496-CC665CB0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112698"/>
            <a:ext cx="5291667" cy="26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94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9FFB9A-7D87-09C3-12CA-2F24C8BD98BC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print(round(sort(</a:t>
            </a:r>
            <a:r>
              <a:rPr lang="en-US" dirty="0" err="1"/>
              <a:t>imp_percentuale</a:t>
            </a:r>
            <a:r>
              <a:rPr lang="en-US" dirty="0"/>
              <a:t>, decreasing = TRUE), 2))</a:t>
            </a:r>
          </a:p>
          <a:p>
            <a:r>
              <a:rPr lang="en-US" dirty="0"/>
              <a:t>       hour temperature    humidity       month      season     weekday </a:t>
            </a:r>
          </a:p>
          <a:p>
            <a:r>
              <a:rPr lang="en-US" dirty="0"/>
              <a:t>     100.00       23.27       13.51       12.95        8.49        7.41 </a:t>
            </a:r>
          </a:p>
          <a:p>
            <a:r>
              <a:rPr lang="en-US" dirty="0" err="1"/>
              <a:t>working_day</a:t>
            </a:r>
            <a:r>
              <a:rPr lang="en-US" dirty="0"/>
              <a:t>  </a:t>
            </a:r>
            <a:r>
              <a:rPr lang="en-US" dirty="0" err="1"/>
              <a:t>wind_speed</a:t>
            </a:r>
            <a:r>
              <a:rPr lang="en-US" dirty="0"/>
              <a:t>     weather     holiday </a:t>
            </a:r>
          </a:p>
          <a:p>
            <a:r>
              <a:rPr lang="en-US" dirty="0"/>
              <a:t>       5.43        4.15        3.62        0.55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070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E5B0E-FC84-B1C8-BC3F-570CDCEA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32" y="643467"/>
            <a:ext cx="936313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9B8A617-2803-2C3B-A4D7-C3678C6EA3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102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B8B35F-BE74-6CEA-1C56-C74087DF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84521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2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D306C6-1926-3FB7-3635-23A027F00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908"/>
            <a:ext cx="12192000" cy="590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96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8E354C-FC19-79FE-DDE8-D984963CF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226"/>
            <a:ext cx="12192000" cy="607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50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AAF345-9650-A735-4628-E92B38F9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04" y="643466"/>
            <a:ext cx="95231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63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1FC03-C134-0A45-986E-C76B714A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0"/>
            <a:ext cx="12192000" cy="6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E04F5-A1C8-F32B-A27A-DECAC3A65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61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2FDA8-915C-AECC-B4F5-723912259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0"/>
            <a:ext cx="12192000" cy="6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45</Words>
  <Application>Microsoft Office PowerPoint</Application>
  <PresentationFormat>Widescreen</PresentationFormat>
  <Paragraphs>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Mirco Migliavacca</dc:creator>
  <cp:lastModifiedBy>Mirco Migliavacca</cp:lastModifiedBy>
  <cp:revision>1</cp:revision>
  <dcterms:created xsi:type="dcterms:W3CDTF">2026-04-20T14:48:06Z</dcterms:created>
  <dcterms:modified xsi:type="dcterms:W3CDTF">2026-04-28T13:47:13Z</dcterms:modified>
</cp:coreProperties>
</file>